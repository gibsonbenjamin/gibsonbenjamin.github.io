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38" y="1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35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NATIONALS PLAYER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D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Season · Excel &amp; Access Database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Gibson</a:t>
            </a:r>
            <a:endParaRPr lang="en-US" sz="1300" dirty="0"/>
          </a:p>
        </p:txBody>
      </p:sp>
      <p:pic>
        <p:nvPicPr>
          <p:cNvPr id="7" name="Image 0" descr="/home/claude/nationals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3749040" cy="4114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Washington Nationals players — 2019 season batting and pitching stats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for calculations and visualization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Access for database design and queries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Analyzed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AVG, Home Runs (HR), RBIs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and Innings Pitched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league average (.275 AVG)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432B52-12D1-15CC-C2AD-F954A3BA3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464" y="652767"/>
            <a:ext cx="4923495" cy="4239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3566160" cy="4114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AVG, ERA, and difference from league average for each player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formatting: green = above average, red = below average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Used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VLOOKUP, IF, Absolute References, Data Validation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Built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HR &amp; RBI by player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Batting distribution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Pitchers' ERA by player</a:t>
            </a:r>
            <a:endParaRPr lang="en-US" sz="1250" dirty="0"/>
          </a:p>
        </p:txBody>
      </p:sp>
      <p:pic>
        <p:nvPicPr>
          <p:cNvPr id="6" name="Image 0" descr="/home/claude/pptx_images/ppt/media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77640" y="731520"/>
            <a:ext cx="4937760" cy="1645920"/>
          </a:xfrm>
          <a:prstGeom prst="rect">
            <a:avLst/>
          </a:prstGeom>
        </p:spPr>
      </p:pic>
      <p:pic>
        <p:nvPicPr>
          <p:cNvPr id="7" name="Image 1" descr="/home/claude/pptx_images/ppt/media/image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77640" y="2514600"/>
            <a:ext cx="49377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DATABASE — TOP PLAYERS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3657600" cy="4114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tables: Players, Stats, Teams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PlayerID → PlayerID (Players ↔ Stats)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players with &gt;20 HRs and AVG above .275 (league average)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Reports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input forms and summary reports to organize and display player data</a:t>
            </a:r>
            <a:endParaRPr lang="en-US" sz="1250" dirty="0"/>
          </a:p>
        </p:txBody>
      </p:sp>
      <p:pic>
        <p:nvPicPr>
          <p:cNvPr id="6" name="Image 0" descr="/home/claude/pptx_images/ppt/media/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749808"/>
            <a:ext cx="4846320" cy="1463040"/>
          </a:xfrm>
          <a:prstGeom prst="rect">
            <a:avLst/>
          </a:prstGeom>
        </p:spPr>
      </p:pic>
      <p:pic>
        <p:nvPicPr>
          <p:cNvPr id="7" name="Image 1" descr="/home/claude/pptx_images/ppt/media/image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81449" y="2295144"/>
            <a:ext cx="3281123" cy="1417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7FC3BE-9659-D32F-A999-EB34CF4F0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794760"/>
            <a:ext cx="2914650" cy="781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FINDINGS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846320" cy="4206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Soto and Anthony Rendon led the team with 34 HRs each, both exceeding the .275 league batting average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Pitching data revealed Max Scherzer as the top performer with the lowest ERA among starters</a:t>
            </a:r>
            <a:endParaRPr lang="en-US" sz="15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5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VLOOKUP, IF, conditional formatting, data validation, charting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table design, relational keys, query building, forms, reports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both tools to move from raw data to structured insights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EAA16B-852A-DD8D-E4C1-060C3F88E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775" y="630936"/>
            <a:ext cx="1513255" cy="444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282</Words>
  <Application>Microsoft Office PowerPoint</Application>
  <PresentationFormat>On-screen Show (16:9)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Nationals Player Stats Analysis</dc:title>
  <dc:subject>PptxGenJS Presentation</dc:subject>
  <dc:creator>Ben Gibson</dc:creator>
  <cp:lastModifiedBy>Bobby Popps</cp:lastModifiedBy>
  <cp:revision>2</cp:revision>
  <dcterms:created xsi:type="dcterms:W3CDTF">2026-04-23T03:56:37Z</dcterms:created>
  <dcterms:modified xsi:type="dcterms:W3CDTF">2026-04-23T04:47:19Z</dcterms:modified>
</cp:coreProperties>
</file>